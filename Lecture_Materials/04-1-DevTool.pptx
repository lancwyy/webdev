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.fntdata"/><Relationship Id="rId6" Type="http://schemas.openxmlformats.org/officeDocument/2006/relationships/slide" Target="slides/slide1.xml"/><Relationship Id="rId18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544c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544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560c41de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560c41de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560c41de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560c41de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399e5d20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d399e5d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98e4e2a1c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98e4e2a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8e4e2a1c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98e4e2a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8e4e2a1c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98e4e2a1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8e4e2a1c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98e4e2a1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8e4e2a1c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8e4e2a1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98e4e2a1c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98e4e2a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8e4e2a1c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98e4e2a1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Gemini_Generated_Image_r9brlcr9brlcr9b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672" y="2684196"/>
            <a:ext cx="8680715" cy="2271762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CFE2F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  <a:defRPr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.mozilla.org/en-US/docs/Learn_web_development/Howto/Tools_and_setup/What_are_browser_developer_tool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hyperlink" Target="https://developer.chrome.com/docs/devtools/device-mode" TargetMode="External"/><Relationship Id="rId5" Type="http://schemas.openxmlformats.org/officeDocument/2006/relationships/hyperlink" Target="https://developer.chrome.com/docs/devtools/sensor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.chrome.com/docs/devtools/overview#elements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chrome.com/docs/devtools/overview#console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chrome.com/docs/devtools/overview#sources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chrome.com/docs/devtools/overview#network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chrome.com/docs/devtools/overview#recorder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chrome.com/docs/devtools/overview#performance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chrome.com/docs/devtools/overview#performance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chrome.com/docs/devtools/overview#application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chrome.com/docs/devtools/overview#security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Browser DevTools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Ci-Wei Lan </a:t>
            </a:r>
            <a:r>
              <a:rPr lang="en"/>
              <a:t>藍啟維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Dept. of CSE, NTOU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DevTools in Browsers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Keyboard: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Windows: Ctrl + Shift + I or F12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macOS: ⌘ + ⌥ + 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Linux: F12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Menu bar: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Firefox: Menu (☰) ➤ More tools ➤ Web Developer Tools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Chrome: More tools ➤ Developer tools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Opera: Developer ➤ Developer tools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Safari: Develop ➤ Show Web Inspector.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Context Menu (Right Click):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Press-and-hold/right-click an item on a webpage (Ctrl-click on the Mac), and choose Inspect Element from the context menu that appears. (An added bonus: this method straight-away highlights the code of the element you right-clicked.)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Quick Reference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https://developer.mozilla.org/en-US/docs/Learn_web_development/Howto/Tools_and_setup/What_are_browser_developer_tools</a:t>
            </a:r>
            <a:r>
              <a:rPr lang="en"/>
              <a:t> 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Mode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750" y="562500"/>
            <a:ext cx="3595375" cy="436025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Simulating a mobile viewport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Think of device mode as a first-order approximation of how your page looks and feels on a mobile device. With device mode you don't actually run your code on a mobile device. You simulate the mobile user experience from your laptop or desktop.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References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https://developer.chrome.com/docs/devtools/device-mode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https://developer.chrome.com/docs/devtools/sensors</a:t>
            </a:r>
            <a:r>
              <a:rPr lang="en"/>
              <a:t> </a:t>
            </a:r>
            <a:endParaRPr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Elements panel</a:t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View and change the DOM and CSS.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Get started with viewing and changing the DOM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Get started with viewing and changing CSS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Edit CSS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Edit the DOM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Find invalid, overridden, inactive, and other CSS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Identify potential CSS improvements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Emulate light/dark themes, contrast, and other CSS media features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Find unused CSS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Inspect animations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https://developer.chrome.com/docs/devtools/overview#elements</a:t>
            </a:r>
            <a:r>
              <a:rPr lang="en"/>
              <a:t> 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739" y="1253024"/>
            <a:ext cx="4889375" cy="29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 panel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View messages and run JavaScript from the Console.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Get started with the Console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Console Utilities API reference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Console API reference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https://developer.chrome.com/docs/devtools/overview#console</a:t>
            </a:r>
            <a:r>
              <a:rPr lang="en"/>
              <a:t> 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175" y="1152475"/>
            <a:ext cx="4803199" cy="336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panel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Debug JavaScript, persist changes made in DevTools across page reloads, save and run snippets of JavaScript, and save changes that you make in DevTools to local sources.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Get started with debugging JavaScript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Pause your code with breakpoints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Edit and save files in a workspace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Run snippets of JavaScript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JavaScript debugging reference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Override web content and HTTP response headers locally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https://developer.chrome.com/docs/devtools/overview#sources</a:t>
            </a:r>
            <a:r>
              <a:rPr lang="en"/>
              <a:t> </a:t>
            </a:r>
            <a:endParaRPr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4527601" cy="316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panel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View and debug network activity.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Inspect network activity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Network features reference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View page resources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https://developer.chrome.com/docs/devtools/overview#network</a:t>
            </a:r>
            <a:r>
              <a:rPr lang="en"/>
              <a:t> </a:t>
            </a:r>
            <a:endParaRPr/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4037123" cy="3315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 panel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Record, replay, and measure user flows.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Record, replay, and measure user flows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Customize the Recorder with extensions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Recorder features reference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https://developer.chrome.com/docs/devtools/overview#recorder</a:t>
            </a:r>
            <a:r>
              <a:rPr lang="en"/>
              <a:t> 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4102975" cy="331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panel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 ways to improve load and runtime performance.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Optimize website speed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Analyze runtime performance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Performance features reference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https://developer.chrome.com/docs/devtools/overview#performance</a:t>
            </a:r>
            <a:r>
              <a:rPr lang="en"/>
              <a:t> 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3881601" cy="3362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panel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 and fix memory issues that affect page performance, for example, memory leaks.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Fix memory problems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https://developer.chrome.com/docs/devtools/overview#performance</a:t>
            </a:r>
            <a:r>
              <a:rPr lang="en"/>
              <a:t> 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4527600" cy="31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panel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Inspect all resources that are loaded, including IndexedDB or Web SQL databases, local and session storage, cookies, Application Cache, images, fonts, and stylesheets.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Debug Progressive Web Apps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View and edit local storage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View, add, edit, and delete cookies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View origin trial information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https://developer.chrome.com/docs/devtools/overview#application</a:t>
            </a:r>
            <a:r>
              <a:rPr lang="en"/>
              <a:t> 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4527600" cy="31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panel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Debug mixed content issues, certificate problems, and more.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Understand security issues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https://developer.chrome.com/docs/devtools/overview#security</a:t>
            </a:r>
            <a:r>
              <a:rPr lang="en"/>
              <a:t> </a:t>
            </a:r>
            <a:endParaRPr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220825"/>
            <a:ext cx="4527600" cy="31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